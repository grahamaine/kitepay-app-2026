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0F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109728" cy="201168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0"/>
            <a:ext cx="54864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70848" y="0"/>
            <a:ext cx="73152" cy="5486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430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2560320" cy="45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76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Further With Every Payment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Web3 payment platform on Kite Chain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246120"/>
            <a:ext cx="1874520" cy="292608"/>
          </a:xfrm>
          <a:prstGeom prst="rect">
            <a:avLst/>
          </a:prstGeom>
          <a:solidFill>
            <a:srgbClr val="162040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461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24912" y="3246120"/>
            <a:ext cx="1874520" cy="292608"/>
          </a:xfrm>
          <a:prstGeom prst="rect">
            <a:avLst/>
          </a:prstGeom>
          <a:solidFill>
            <a:srgbClr val="162040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32461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3246120"/>
            <a:ext cx="1874520" cy="292608"/>
          </a:xfrm>
          <a:prstGeom prst="rect">
            <a:avLst/>
          </a:prstGeom>
          <a:solidFill>
            <a:srgbClr val="162040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32461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Token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8272" y="3246120"/>
            <a:ext cx="1874520" cy="292608"/>
          </a:xfrm>
          <a:prstGeom prst="rect">
            <a:avLst/>
          </a:prstGeom>
          <a:solidFill>
            <a:srgbClr val="162040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32461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x402 Payments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kitepay.vercel.app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 2368  ·  Kite Testnet  ·  Vercel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Broken for the Web3 Era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gaps no existing platform solves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2651760" cy="33832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265176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juggle separate wallets, exchanges, and payment apps. There is no unified platform for sending, staking, swapping, and tracking crypto payments in one place.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1325880"/>
            <a:ext cx="2651760" cy="33832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325880"/>
            <a:ext cx="265176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Can't Pay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4231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 have no native way to pay for API services. Existing infrastructure requires human-in-the-loop authorization, blocking true autonomy.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25896" y="1325880"/>
            <a:ext cx="2651760" cy="33832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325880"/>
            <a:ext cx="2651760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63056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Is Too Complex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63056" y="24231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fees, seed phrases, contract addresses, and cross-chain bridging are overwhelming for mainstream users. Adoption stalls because onboarding is broken.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KitePay: One Platform, Every Payment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wallets · Smart contracts · AI-native payments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4023360" cy="352044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4023360" cy="41148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Flutter Mobile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54864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01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import EVM wallets (BIP39)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54864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Receive KITE with QR codes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54864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523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history via KiteScan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54864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email + OTP authentication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54864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03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Multi-language: EN, FR, ES, AR, ZH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54864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178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x402 autonomous payments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160520" cy="352044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61872"/>
            <a:ext cx="4160520" cy="4114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2618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React Web dApp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54864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8013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dashboard: balance, sparkline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2304288"/>
            <a:ext cx="54864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22768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/ Receive / Vault quick actions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2779776"/>
            <a:ext cx="54864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7523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payment history with filters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3255264"/>
            <a:ext cx="54864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2278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swap interface (Degens)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00600" y="3730752"/>
            <a:ext cx="54864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7033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plans with APY (Maturity)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4206240"/>
            <a:ext cx="54864" cy="2743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41788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 (Triella)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EVM Wallet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web3dart · Firebase · FlutterSecureStorage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416052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35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Wallets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from BIP39 mnemonic or import via private key. Keys stored securely with FlutterSecureStorage.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6052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35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335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Send &amp; Receive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6276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any EVM address QR to pay. Display your own QR for instant receive — no copying long addresses.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416052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77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history fetched from KiteScan API. Filter by type, search by address, view status &amp; timestamps.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42032"/>
            <a:ext cx="416052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2615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9077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email + OTP login. Session tokens encrypted on-device. Auto-lock on background.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416052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895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18795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localization in English, French, Spanish, Arabic, and Chinese — ready for global users.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822192"/>
            <a:ext cx="416052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3895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Payments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418795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x402 HTTP protocol. Agent pays KITE for API calls — no human approval needed.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Widget-Style Web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· ethers.js v6 · Reown AppKit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2880"/>
            <a:ext cx="2468880" cy="347472"/>
          </a:xfrm>
          <a:prstGeom prst="rect">
            <a:avLst/>
          </a:prstGeom>
          <a:solidFill>
            <a:srgbClr val="0D1830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kitepay.vercel.app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" y="1316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755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KITE + ETH balance with sparkline chart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231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552" y="2249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2542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Receive, Vault, Payments in one click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27248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7552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87552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— searchable, filterable, paginated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7552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Degens (Swap)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7552" y="4407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swap UI and liquidity pool browser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261872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76672" y="1316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(Staking)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7667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30d, 90d, 1-year plans with APY calc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194560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73168" y="2231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◇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76672" y="2249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Triella (Portfolio)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76672" y="2542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breakdown, activity log, analytics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127248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73168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76672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Panel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76672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toggles, session management, auto-lock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4059936"/>
            <a:ext cx="4114800" cy="80467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76672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376672" y="4407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switch, language, currency preferences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KitePayToken (KITE) — ERC-20 on Kite Chain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· OpenZeppelin · Turnkey key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1993392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30759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Initial Supply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261872"/>
            <a:ext cx="1993392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30759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Testnet Chain 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1261872"/>
            <a:ext cx="1993392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130759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81144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Decimals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1261872"/>
            <a:ext cx="1993392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130759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11696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testnet.kitescan.ai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8503920" cy="621792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Address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889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0x0105FBf3EDF5297870066ef351E5ca6399b9FF8b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364992"/>
            <a:ext cx="8503920" cy="150876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KitePayToken.sol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8503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</a:t>
            </a:r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KitePayToken </a:t>
            </a:r>
            <a:pPr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ERC20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constructor() ERC20(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"KitePay"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"KITE"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_mint(msg.sender, 1_000_000 * 10 ** decimals());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Future: Autonomous AI Payments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x402 Protocol on Kite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8503920" cy="457200"/>
          </a:xfrm>
          <a:prstGeom prst="rect">
            <a:avLst/>
          </a:prstGeom>
          <a:solidFill>
            <a:srgbClr val="0D2030"/>
          </a:solidFill>
          <a:ln w="9525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 enables AI agents to pay for services autonomously — no human approval required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55648" y="2377440"/>
            <a:ext cx="256032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874520"/>
            <a:ext cx="1481328" cy="256032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1984248"/>
            <a:ext cx="457200" cy="45720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53288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97180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makes HTTP request to a paid endpoint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2377440"/>
            <a:ext cx="256032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874520"/>
            <a:ext cx="1481328" cy="256032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1984248"/>
            <a:ext cx="457200" cy="45720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253288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Returned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97180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responds: payment required, amount, token, address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93792" y="2377440"/>
            <a:ext cx="256032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1874520"/>
            <a:ext cx="1481328" cy="256032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42816" y="1984248"/>
            <a:ext cx="457200" cy="45720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03904" y="253288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KITE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22192" y="297180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signs &amp; broadcasts KITE transaction on Kite Chain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12864" y="2377440"/>
            <a:ext cx="256032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9824" y="1874520"/>
            <a:ext cx="1481328" cy="256032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61888" y="1984248"/>
            <a:ext cx="457200" cy="45720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22976" y="253288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Proof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41264" y="297180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request with X-Payment-Proof header attached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68896" y="1874520"/>
            <a:ext cx="1481328" cy="256032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80960" y="1984248"/>
            <a:ext cx="457200" cy="45720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42048" y="253288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Attest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0336" y="297180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attestation stored on-chain for auditability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HTTP 402 · KITE ERC-20 · Kite Chain (2368)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Best-in-Class Web3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modern stack — mobile to blockchain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633472" cy="15544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2633472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700784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Flutter 3.x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46504" y="1700784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048256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web3dart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46504" y="2048256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Firebase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395728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FlutterSecureStorage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261872"/>
            <a:ext cx="2633472" cy="15544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261872"/>
            <a:ext cx="2633472" cy="3474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26187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64408" y="1700784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19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1144" y="1700784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TypeScript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048256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81144" y="2048256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ethers.js v6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2395728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Reown AppKit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1261872"/>
            <a:ext cx="2633472" cy="15544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1261872"/>
            <a:ext cx="2633472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26187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9048" y="1700784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Kite Chain EVM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15784" y="1700784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Solidity ^0.8.20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048256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Hardhat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15784" y="2048256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OpenZeppelin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2395728"/>
            <a:ext cx="1264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Kite Testnet 2368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999232"/>
            <a:ext cx="4206240" cy="15544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999232"/>
            <a:ext cx="420624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9992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9768" y="3438144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KITE ERC-20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32888" y="3438144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USDC ERC-20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" y="3785616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x402 Protocol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32888" y="3785616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HTTP 402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4133088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On-chain attest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54680" y="2999232"/>
            <a:ext cx="4206240" cy="155448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54680" y="2999232"/>
            <a:ext cx="420624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29992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64408" y="3438144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Turnkey (keys)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67528" y="3438144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Vercel (deploy)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64408" y="3785616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Firebase Auth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67528" y="3785616"/>
            <a:ext cx="201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KiteScan API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&amp; Where We're Going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· In progress · On the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4023360" cy="352044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4023360" cy="43891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Shipped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1828800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922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KitePayToken (KITE) deployed on Kite Testnet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231136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94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verified on testnet.kitescan.ai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633472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968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dApp live at kitepay.vercel.app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3035808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9992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with full wallet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3438144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401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autonomous agent payment protocol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3840480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803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SDK for KitePay payment gateway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4242816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206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Reown AppKit wallet connect integration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4645152"/>
            <a:ext cx="182880" cy="182880"/>
          </a:xfrm>
          <a:prstGeom prst="oval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6085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(5 languages)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261872"/>
            <a:ext cx="4160520" cy="352044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61872"/>
            <a:ext cx="4160520" cy="43891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2618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Coming Next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847088"/>
            <a:ext cx="685800" cy="219456"/>
          </a:xfrm>
          <a:prstGeom prst="rect">
            <a:avLst/>
          </a:prstGeom>
          <a:solidFill>
            <a:srgbClr val="1A2A4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8470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59552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Mainnet launch (Chain ID 2366)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340864"/>
            <a:ext cx="685800" cy="219456"/>
          </a:xfrm>
          <a:prstGeom prst="rect">
            <a:avLst/>
          </a:prstGeom>
          <a:solidFill>
            <a:srgbClr val="1A2A4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34086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59552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on-ramp integration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834640"/>
            <a:ext cx="685800" cy="219456"/>
          </a:xfrm>
          <a:prstGeom prst="rect">
            <a:avLst/>
          </a:prstGeom>
          <a:solidFill>
            <a:srgbClr val="1A2A4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8346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59552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Direct payouts via Dart SDK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328416"/>
            <a:ext cx="685800" cy="219456"/>
          </a:xfrm>
          <a:prstGeom prst="rect">
            <a:avLst/>
          </a:prstGeom>
          <a:solidFill>
            <a:srgbClr val="1A2A4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32841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59552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 support (ETH, Base, ARB)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822192"/>
            <a:ext cx="685800" cy="219456"/>
          </a:xfrm>
          <a:prstGeom prst="rect">
            <a:avLst/>
          </a:prstGeom>
          <a:solidFill>
            <a:srgbClr val="1A2A4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8221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59552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 merchant SDK &amp; checkout widget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315968"/>
            <a:ext cx="685800" cy="219456"/>
          </a:xfrm>
          <a:prstGeom prst="rect">
            <a:avLst/>
          </a:prstGeom>
          <a:solidFill>
            <a:srgbClr val="1A2A4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31596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59552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staking vaults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90D1A"/>
          </a:solidFill>
          <a:ln w="12700">
            <a:solidFill>
              <a:srgbClr val="09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1975104"/>
            <a:ext cx="32004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KitePay Ecosystem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5029200" cy="594360"/>
          </a:xfrm>
          <a:prstGeom prst="rect">
            <a:avLst/>
          </a:prstGeom>
          <a:solidFill>
            <a:srgbClr val="131B2E"/>
          </a:solidFill>
          <a:ln w="9525">
            <a:solidFill>
              <a:srgbClr val="00C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Try the dApp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352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kitepay.vercel.app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5029200" cy="594360"/>
          </a:xfrm>
          <a:prstGeom prst="rect">
            <a:avLst/>
          </a:prstGeom>
          <a:solidFill>
            <a:srgbClr val="131B2E"/>
          </a:solidFill>
          <a:ln w="9525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View Contract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685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testnet.kitescan.ai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33088"/>
            <a:ext cx="5029200" cy="594360"/>
          </a:xfrm>
          <a:prstGeom prst="rect">
            <a:avLst/>
          </a:prstGeom>
          <a:solidFill>
            <a:srgbClr val="131B2E"/>
          </a:solidFill>
          <a:ln w="9525">
            <a:solidFill>
              <a:srgbClr val="7EAA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169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github.com/grahamaine/KitePay-App-2026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548640"/>
            <a:ext cx="2560320" cy="2560320"/>
          </a:xfrm>
          <a:prstGeom prst="oval">
            <a:avLst/>
          </a:prstGeom>
          <a:solidFill>
            <a:srgbClr val="0D1A30"/>
          </a:solidFill>
          <a:ln w="19050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94360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 2368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Chain · EVM Compatible · Open Source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4023360"/>
            <a:ext cx="3108960" cy="5943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kitepay.vercel.app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KitePay — Fly Further With Every Payment</dc:title>
  <dc:subject>KitePay Pitch Deck</dc:subject>
  <dc:creator>Graham Byagaba</dc:creator>
  <cp:lastModifiedBy>Graham Byagaba</cp:lastModifiedBy>
  <cp:revision>1</cp:revision>
  <dcterms:created xsi:type="dcterms:W3CDTF">2026-05-12T13:52:32Z</dcterms:created>
  <dcterms:modified xsi:type="dcterms:W3CDTF">2026-05-12T13:52:32Z</dcterms:modified>
</cp:coreProperties>
</file>